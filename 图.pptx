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  <p:sldId id="258" r:id="rId3"/>
  </p:sldIdLst>
  <p:sldSz cx="12192000" cy="6858000"/>
  <p:notesSz cx="6858000" cy="9144000"/>
  <p:custDataLst>
    <p:tags r:id="rId4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50" d="100"/>
          <a:sy n="150" d="100"/>
        </p:scale>
        <p:origin x="654" y="12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tags" Target="tags/tag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A5735B4-035B-AAD2-21E5-7159F09A99E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07F20915-0748-BD21-F07B-BE931ECBC6E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AC85C5AE-A913-0BF0-9486-26DA7C4D672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7DC8EA-80EB-4855-9F7A-0B73004AB568}" type="datetimeFigureOut">
              <a:rPr lang="zh-CN" altLang="en-US" smtClean="0"/>
              <a:t>2026/1/12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EE533E75-C4F4-F090-4D75-9B5D5DDEAC4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FC1134D5-210B-859B-1FB1-D51317865F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A76509-836B-46EF-8F58-D1625FA7112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67643283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DD83A30-B914-C14F-008C-F34E081406D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416F08C3-6088-D6D5-04B9-29165064360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7256B6A0-37F5-5869-BC42-D97BFCA571A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7DC8EA-80EB-4855-9F7A-0B73004AB568}" type="datetimeFigureOut">
              <a:rPr lang="zh-CN" altLang="en-US" smtClean="0"/>
              <a:t>2026/1/12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27BA2499-9722-82B4-0F3F-32E82640A33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15AFDDA1-467C-C13C-2653-726372D6E8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A76509-836B-46EF-8F58-D1625FA7112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43203821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F3D2F03-23C2-3D54-FC8E-88B0863D3FA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8581C6B7-6C0F-E02D-611A-D8181DBFADF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0C1F0CED-9284-4E53-9706-84B8EAF4A6F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7DC8EA-80EB-4855-9F7A-0B73004AB568}" type="datetimeFigureOut">
              <a:rPr lang="zh-CN" altLang="en-US" smtClean="0"/>
              <a:t>2026/1/12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29AE0E98-88D9-AA1A-DCB6-D027F76B1F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CDA78016-7C99-C41D-FF04-12CDDC53D5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A76509-836B-46EF-8F58-D1625FA7112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670321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E8099D5-03C1-4888-BA07-597264918C7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BF816EF5-03D0-330C-CE13-EB6347C27FF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B4B3345E-F2E7-E5E5-DB8D-193BE475383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44CA64B6-D897-62B9-932D-1892584405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7DC8EA-80EB-4855-9F7A-0B73004AB568}" type="datetimeFigureOut">
              <a:rPr lang="zh-CN" altLang="en-US" smtClean="0"/>
              <a:t>2026/1/12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7B768907-AEFE-61F5-2B4E-1163D36E6B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5E96462A-3AAA-CC7B-56E2-17304764EB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A76509-836B-46EF-8F58-D1625FA7112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9425642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C1C255A-7DFD-1F69-E48F-865D76DB8DE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E229565A-5123-CECB-606D-0BE7E4C27D2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43A99604-3476-8DF5-1DA1-000817EAE3E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C3BAC841-123D-932B-F4EB-D19CEB3BB3E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567E25DA-6DD2-7382-703C-D338BBDE963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6A71BABF-4B53-F008-2C9E-25C45F1D1DC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7DC8EA-80EB-4855-9F7A-0B73004AB568}" type="datetimeFigureOut">
              <a:rPr lang="zh-CN" altLang="en-US" smtClean="0"/>
              <a:t>2026/1/12</a:t>
            </a:fld>
            <a:endParaRPr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F64438AB-E3D9-18F1-D344-F330E3444E0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0FA7F4BA-9A09-9532-FC45-6E866F3C28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A76509-836B-46EF-8F58-D1625FA7112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2569778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2EB842C-B3FB-25CE-6CBD-2FED4130E1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E7F3678D-C844-E84E-09F5-8938E15CE9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7DC8EA-80EB-4855-9F7A-0B73004AB568}" type="datetimeFigureOut">
              <a:rPr lang="zh-CN" altLang="en-US" smtClean="0"/>
              <a:t>2026/1/12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687CD2D7-6A97-40FD-6DDD-AF28905C69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7CE6190D-6C0F-8461-FF40-7734531188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A76509-836B-46EF-8F58-D1625FA7112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7152652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87F9E81A-BB0E-B7EC-60D0-14548EADDF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7DC8EA-80EB-4855-9F7A-0B73004AB568}" type="datetimeFigureOut">
              <a:rPr lang="zh-CN" altLang="en-US" smtClean="0"/>
              <a:t>2026/1/12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BA508E48-91D6-D653-AB9E-933AFA6350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2DEBD957-A389-2604-E77B-B42A1FC59C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A76509-836B-46EF-8F58-D1625FA7112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8613315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14B1D7A-ED3B-5009-B747-A74E06A178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FDEEFA19-8270-FD69-C8E4-A3770D6AC59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ACFF9857-6D0A-DF47-C91F-FF75CFDB5D7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39C74808-AEC6-7C32-3300-C5024222619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7DC8EA-80EB-4855-9F7A-0B73004AB568}" type="datetimeFigureOut">
              <a:rPr lang="zh-CN" altLang="en-US" smtClean="0"/>
              <a:t>2026/1/12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17125A71-E6CE-2706-67BA-7A57E4A15F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550F4017-1502-35A3-33FA-0772555CA7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A76509-836B-46EF-8F58-D1625FA7112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0889942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AFC22B7-C893-7FF7-F879-0076CA542E1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5E4A811F-B3E6-0329-6979-F0CB7C15EB6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1C310998-7B66-C78F-82AA-8C2C6D55520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1A9F061C-A0C5-8E21-4973-EC39BD987B6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7DC8EA-80EB-4855-9F7A-0B73004AB568}" type="datetimeFigureOut">
              <a:rPr lang="zh-CN" altLang="en-US" smtClean="0"/>
              <a:t>2026/1/12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1ADE5FA7-53C6-6F0A-0593-192D3F5EF4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6B7F13C1-62C1-CB17-B7BB-7BB0F2EE6C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A76509-836B-46EF-8F58-D1625FA7112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4826750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08B9906-0162-6779-7CCC-4FF67F394BF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2F986400-32EA-A124-331B-5E0898096C3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1DA8AEE7-2919-E32C-82E0-CBA7D13A24C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7DC8EA-80EB-4855-9F7A-0B73004AB568}" type="datetimeFigureOut">
              <a:rPr lang="zh-CN" altLang="en-US" smtClean="0"/>
              <a:t>2026/1/12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A6A5FF9A-E426-864E-62CD-9613294C71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6BEC9478-D745-12E6-8CE9-CB3E9B835C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A76509-836B-46EF-8F58-D1625FA7112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039507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085079AB-DBD7-AC12-90F8-E5680217790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9488B778-B493-2A07-1254-FC356D8593B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D2EE7AC6-66AA-5339-2E3E-184366F03E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7DC8EA-80EB-4855-9F7A-0B73004AB568}" type="datetimeFigureOut">
              <a:rPr lang="zh-CN" altLang="en-US" smtClean="0"/>
              <a:t>2026/1/12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FDE7E305-48E3-46D7-E414-A3F55DA745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829D27CA-A9CF-E2CD-0BC2-CE1E876773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A76509-836B-46EF-8F58-D1625FA7112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8099987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AED7D742-C1D9-F456-0DB5-06D7B64AF46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9F236DA5-BEA6-CFBA-06AF-ACB9A7E1249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0761BF20-F38A-AA1A-82C9-14A06E4FEB4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47DC8EA-80EB-4855-9F7A-0B73004AB568}" type="datetimeFigureOut">
              <a:rPr lang="zh-CN" altLang="en-US" smtClean="0"/>
              <a:t>2026/1/12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569C65C9-C9EA-EA6B-BB59-C47224385D1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242E4F99-4EFF-C7C1-8E74-9E71D0FF150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8A76509-836B-46EF-8F58-D1625FA7112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175202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: 圆角 1">
            <a:extLst>
              <a:ext uri="{FF2B5EF4-FFF2-40B4-BE49-F238E27FC236}">
                <a16:creationId xmlns:a16="http://schemas.microsoft.com/office/drawing/2014/main" id="{448DAE62-343B-D18B-B44E-CB1397125589}"/>
              </a:ext>
            </a:extLst>
          </p:cNvPr>
          <p:cNvSpPr/>
          <p:nvPr/>
        </p:nvSpPr>
        <p:spPr>
          <a:xfrm>
            <a:off x="1233518" y="1534225"/>
            <a:ext cx="1067823" cy="1564913"/>
          </a:xfrm>
          <a:prstGeom prst="roundRect">
            <a:avLst/>
          </a:prstGeom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dirty="0"/>
              <a:t>Source dataset</a:t>
            </a:r>
            <a:endParaRPr lang="zh-CN" altLang="en-US" dirty="0"/>
          </a:p>
        </p:txBody>
      </p:sp>
      <p:sp>
        <p:nvSpPr>
          <p:cNvPr id="3" name="矩形: 圆角 2">
            <a:extLst>
              <a:ext uri="{FF2B5EF4-FFF2-40B4-BE49-F238E27FC236}">
                <a16:creationId xmlns:a16="http://schemas.microsoft.com/office/drawing/2014/main" id="{A86C4FA4-C38D-3E3D-6924-1875A6207786}"/>
              </a:ext>
            </a:extLst>
          </p:cNvPr>
          <p:cNvSpPr/>
          <p:nvPr/>
        </p:nvSpPr>
        <p:spPr>
          <a:xfrm>
            <a:off x="2473174" y="1534227"/>
            <a:ext cx="1067823" cy="1564912"/>
          </a:xfrm>
          <a:prstGeom prst="roundRect">
            <a:avLst/>
          </a:prstGeom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dirty="0"/>
              <a:t>Target dataset</a:t>
            </a:r>
            <a:endParaRPr lang="zh-CN" altLang="en-US" dirty="0"/>
          </a:p>
        </p:txBody>
      </p:sp>
      <p:sp>
        <p:nvSpPr>
          <p:cNvPr id="4" name="矩形: 圆角 3">
            <a:extLst>
              <a:ext uri="{FF2B5EF4-FFF2-40B4-BE49-F238E27FC236}">
                <a16:creationId xmlns:a16="http://schemas.microsoft.com/office/drawing/2014/main" id="{78E506A8-5498-C63B-9776-C9909981663E}"/>
              </a:ext>
            </a:extLst>
          </p:cNvPr>
          <p:cNvSpPr/>
          <p:nvPr/>
        </p:nvSpPr>
        <p:spPr>
          <a:xfrm>
            <a:off x="1356256" y="3429000"/>
            <a:ext cx="2000634" cy="1351655"/>
          </a:xfrm>
          <a:prstGeom prst="roundRect">
            <a:avLst/>
          </a:prstGeom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dirty="0"/>
              <a:t>Data</a:t>
            </a:r>
          </a:p>
          <a:p>
            <a:pPr algn="ctr"/>
            <a:r>
              <a:rPr lang="en-US" altLang="zh-CN" dirty="0"/>
              <a:t>Preprocessing</a:t>
            </a:r>
            <a:endParaRPr lang="zh-CN" altLang="en-US" dirty="0"/>
          </a:p>
        </p:txBody>
      </p:sp>
      <p:sp>
        <p:nvSpPr>
          <p:cNvPr id="15" name="矩形: 圆角 14">
            <a:extLst>
              <a:ext uri="{FF2B5EF4-FFF2-40B4-BE49-F238E27FC236}">
                <a16:creationId xmlns:a16="http://schemas.microsoft.com/office/drawing/2014/main" id="{41C78ECB-2D1E-0B48-A2DE-B44E5EAC4890}"/>
              </a:ext>
            </a:extLst>
          </p:cNvPr>
          <p:cNvSpPr/>
          <p:nvPr/>
        </p:nvSpPr>
        <p:spPr>
          <a:xfrm>
            <a:off x="3853981" y="1534225"/>
            <a:ext cx="1316371" cy="3246430"/>
          </a:xfrm>
          <a:prstGeom prst="roundRect">
            <a:avLst/>
          </a:prstGeom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altLang="zh-CN" b="1" dirty="0"/>
              <a:t>Feature Extractor</a:t>
            </a:r>
          </a:p>
        </p:txBody>
      </p:sp>
      <p:cxnSp>
        <p:nvCxnSpPr>
          <p:cNvPr id="25" name="直接箭头连接符 24">
            <a:extLst>
              <a:ext uri="{FF2B5EF4-FFF2-40B4-BE49-F238E27FC236}">
                <a16:creationId xmlns:a16="http://schemas.microsoft.com/office/drawing/2014/main" id="{4A0F9A18-BE98-F3C8-B33E-3BCB38092301}"/>
              </a:ext>
            </a:extLst>
          </p:cNvPr>
          <p:cNvCxnSpPr>
            <a:stCxn id="2" idx="2"/>
          </p:cNvCxnSpPr>
          <p:nvPr/>
        </p:nvCxnSpPr>
        <p:spPr>
          <a:xfrm flipH="1">
            <a:off x="1767429" y="3099138"/>
            <a:ext cx="1" cy="32986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cxnSp>
      <p:cxnSp>
        <p:nvCxnSpPr>
          <p:cNvPr id="27" name="直接箭头连接符 26">
            <a:extLst>
              <a:ext uri="{FF2B5EF4-FFF2-40B4-BE49-F238E27FC236}">
                <a16:creationId xmlns:a16="http://schemas.microsoft.com/office/drawing/2014/main" id="{EBAB05ED-5B1F-351E-9C93-8AC468080856}"/>
              </a:ext>
            </a:extLst>
          </p:cNvPr>
          <p:cNvCxnSpPr>
            <a:stCxn id="3" idx="2"/>
          </p:cNvCxnSpPr>
          <p:nvPr/>
        </p:nvCxnSpPr>
        <p:spPr>
          <a:xfrm flipH="1">
            <a:off x="3007085" y="3099139"/>
            <a:ext cx="1" cy="32986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cxnSp>
      <p:sp>
        <p:nvSpPr>
          <p:cNvPr id="28" name="矩形: 圆角 27">
            <a:extLst>
              <a:ext uri="{FF2B5EF4-FFF2-40B4-BE49-F238E27FC236}">
                <a16:creationId xmlns:a16="http://schemas.microsoft.com/office/drawing/2014/main" id="{1058ABE8-F72D-C069-96F9-62A672A6158F}"/>
              </a:ext>
            </a:extLst>
          </p:cNvPr>
          <p:cNvSpPr/>
          <p:nvPr/>
        </p:nvSpPr>
        <p:spPr>
          <a:xfrm>
            <a:off x="5363660" y="3010565"/>
            <a:ext cx="1791980" cy="785531"/>
          </a:xfrm>
          <a:prstGeom prst="roundRect">
            <a:avLst/>
          </a:prstGeom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altLang="zh-CN" b="1" dirty="0"/>
              <a:t>Label Classifier</a:t>
            </a:r>
          </a:p>
        </p:txBody>
      </p:sp>
      <p:sp>
        <p:nvSpPr>
          <p:cNvPr id="29" name="矩形: 圆角 28">
            <a:extLst>
              <a:ext uri="{FF2B5EF4-FFF2-40B4-BE49-F238E27FC236}">
                <a16:creationId xmlns:a16="http://schemas.microsoft.com/office/drawing/2014/main" id="{EAE9B264-75A3-0997-AC66-ADA986593BB4}"/>
              </a:ext>
            </a:extLst>
          </p:cNvPr>
          <p:cNvSpPr/>
          <p:nvPr/>
        </p:nvSpPr>
        <p:spPr>
          <a:xfrm>
            <a:off x="5363660" y="3965626"/>
            <a:ext cx="1791980" cy="785531"/>
          </a:xfrm>
          <a:prstGeom prst="roundRect">
            <a:avLst/>
          </a:prstGeom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altLang="zh-CN" b="1" dirty="0"/>
              <a:t>Domain Discriminator</a:t>
            </a:r>
          </a:p>
        </p:txBody>
      </p:sp>
      <p:sp>
        <p:nvSpPr>
          <p:cNvPr id="36" name="右大括号 35">
            <a:extLst>
              <a:ext uri="{FF2B5EF4-FFF2-40B4-BE49-F238E27FC236}">
                <a16:creationId xmlns:a16="http://schemas.microsoft.com/office/drawing/2014/main" id="{89501F59-0256-E8A9-A4AF-AFDAFC2371E9}"/>
              </a:ext>
            </a:extLst>
          </p:cNvPr>
          <p:cNvSpPr/>
          <p:nvPr/>
        </p:nvSpPr>
        <p:spPr>
          <a:xfrm rot="5400000">
            <a:off x="5166129" y="3935680"/>
            <a:ext cx="612923" cy="2580572"/>
          </a:xfrm>
          <a:prstGeom prst="rightBrace">
            <a:avLst/>
          </a:prstGeom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7" name="文本框 36">
            <a:extLst>
              <a:ext uri="{FF2B5EF4-FFF2-40B4-BE49-F238E27FC236}">
                <a16:creationId xmlns:a16="http://schemas.microsoft.com/office/drawing/2014/main" id="{8EC8CE72-4297-4CE1-8E0D-7972C7BD21A0}"/>
              </a:ext>
            </a:extLst>
          </p:cNvPr>
          <p:cNvSpPr txBox="1"/>
          <p:nvPr/>
        </p:nvSpPr>
        <p:spPr>
          <a:xfrm>
            <a:off x="5044542" y="5700774"/>
            <a:ext cx="240566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/>
              <a:t>DANN</a:t>
            </a:r>
          </a:p>
          <a:p>
            <a:endParaRPr lang="zh-CN" altLang="en-US" dirty="0"/>
          </a:p>
        </p:txBody>
      </p:sp>
      <p:cxnSp>
        <p:nvCxnSpPr>
          <p:cNvPr id="50" name="直接箭头连接符 49">
            <a:extLst>
              <a:ext uri="{FF2B5EF4-FFF2-40B4-BE49-F238E27FC236}">
                <a16:creationId xmlns:a16="http://schemas.microsoft.com/office/drawing/2014/main" id="{64FCAF9E-DB93-37D7-8E3E-0BA101A6639E}"/>
              </a:ext>
            </a:extLst>
          </p:cNvPr>
          <p:cNvCxnSpPr>
            <a:stCxn id="4" idx="3"/>
          </p:cNvCxnSpPr>
          <p:nvPr/>
        </p:nvCxnSpPr>
        <p:spPr>
          <a:xfrm flipV="1">
            <a:off x="3356890" y="4104827"/>
            <a:ext cx="497091" cy="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cxnSp>
      <p:cxnSp>
        <p:nvCxnSpPr>
          <p:cNvPr id="54" name="直接箭头连接符 53">
            <a:extLst>
              <a:ext uri="{FF2B5EF4-FFF2-40B4-BE49-F238E27FC236}">
                <a16:creationId xmlns:a16="http://schemas.microsoft.com/office/drawing/2014/main" id="{1951A49C-69C4-EC73-76B3-EBFE5C8946ED}"/>
              </a:ext>
            </a:extLst>
          </p:cNvPr>
          <p:cNvCxnSpPr>
            <a:cxnSpLocks/>
            <a:endCxn id="29" idx="1"/>
          </p:cNvCxnSpPr>
          <p:nvPr/>
        </p:nvCxnSpPr>
        <p:spPr>
          <a:xfrm>
            <a:off x="5170352" y="4357208"/>
            <a:ext cx="193308" cy="118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63" name="直接箭头连接符 62">
            <a:extLst>
              <a:ext uri="{FF2B5EF4-FFF2-40B4-BE49-F238E27FC236}">
                <a16:creationId xmlns:a16="http://schemas.microsoft.com/office/drawing/2014/main" id="{BE78678C-49EA-F887-499C-35B52BCE1874}"/>
              </a:ext>
            </a:extLst>
          </p:cNvPr>
          <p:cNvCxnSpPr/>
          <p:nvPr/>
        </p:nvCxnSpPr>
        <p:spPr>
          <a:xfrm>
            <a:off x="5170352" y="3402146"/>
            <a:ext cx="193308" cy="118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64" name="矩形: 圆角 63">
            <a:extLst>
              <a:ext uri="{FF2B5EF4-FFF2-40B4-BE49-F238E27FC236}">
                <a16:creationId xmlns:a16="http://schemas.microsoft.com/office/drawing/2014/main" id="{0FEAD1C5-47EE-4592-6F49-B17349BE31CE}"/>
              </a:ext>
            </a:extLst>
          </p:cNvPr>
          <p:cNvSpPr/>
          <p:nvPr/>
        </p:nvSpPr>
        <p:spPr>
          <a:xfrm>
            <a:off x="5363660" y="2028059"/>
            <a:ext cx="1791980" cy="785531"/>
          </a:xfrm>
          <a:prstGeom prst="roundRect">
            <a:avLst/>
          </a:prstGeom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altLang="zh-CN" b="1" dirty="0"/>
              <a:t>CORAL Regularization</a:t>
            </a:r>
          </a:p>
        </p:txBody>
      </p:sp>
      <p:cxnSp>
        <p:nvCxnSpPr>
          <p:cNvPr id="66" name="直接箭头连接符 65">
            <a:extLst>
              <a:ext uri="{FF2B5EF4-FFF2-40B4-BE49-F238E27FC236}">
                <a16:creationId xmlns:a16="http://schemas.microsoft.com/office/drawing/2014/main" id="{0C156F8D-773B-06C8-3173-8A46948BD432}"/>
              </a:ext>
            </a:extLst>
          </p:cNvPr>
          <p:cNvCxnSpPr>
            <a:cxnSpLocks/>
          </p:cNvCxnSpPr>
          <p:nvPr/>
        </p:nvCxnSpPr>
        <p:spPr>
          <a:xfrm>
            <a:off x="5170352" y="2447084"/>
            <a:ext cx="193308" cy="118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67" name="矩形: 圆角 66">
            <a:extLst>
              <a:ext uri="{FF2B5EF4-FFF2-40B4-BE49-F238E27FC236}">
                <a16:creationId xmlns:a16="http://schemas.microsoft.com/office/drawing/2014/main" id="{A8FE994E-88E8-3F1E-0766-78BA6792B546}"/>
              </a:ext>
            </a:extLst>
          </p:cNvPr>
          <p:cNvSpPr/>
          <p:nvPr/>
        </p:nvSpPr>
        <p:spPr>
          <a:xfrm>
            <a:off x="7548402" y="1504727"/>
            <a:ext cx="1393080" cy="3246430"/>
          </a:xfrm>
          <a:prstGeom prst="roundRect">
            <a:avLst/>
          </a:prstGeom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altLang="zh-CN" b="1" dirty="0"/>
              <a:t>OpenMax</a:t>
            </a:r>
          </a:p>
        </p:txBody>
      </p:sp>
      <p:cxnSp>
        <p:nvCxnSpPr>
          <p:cNvPr id="71" name="连接符: 肘形 70">
            <a:extLst>
              <a:ext uri="{FF2B5EF4-FFF2-40B4-BE49-F238E27FC236}">
                <a16:creationId xmlns:a16="http://schemas.microsoft.com/office/drawing/2014/main" id="{B2F5C82B-FB47-D5A5-C827-DA13B3C369D0}"/>
              </a:ext>
            </a:extLst>
          </p:cNvPr>
          <p:cNvCxnSpPr>
            <a:stCxn id="28" idx="3"/>
          </p:cNvCxnSpPr>
          <p:nvPr/>
        </p:nvCxnSpPr>
        <p:spPr>
          <a:xfrm flipV="1">
            <a:off x="7155640" y="3402146"/>
            <a:ext cx="392762" cy="1185"/>
          </a:xfrm>
          <a:prstGeom prst="bentConnector3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75" name="连接符: 肘形 74">
            <a:extLst>
              <a:ext uri="{FF2B5EF4-FFF2-40B4-BE49-F238E27FC236}">
                <a16:creationId xmlns:a16="http://schemas.microsoft.com/office/drawing/2014/main" id="{F4D80E4B-6929-0C87-4AB0-95637907B94E}"/>
              </a:ext>
            </a:extLst>
          </p:cNvPr>
          <p:cNvCxnSpPr>
            <a:stCxn id="64" idx="3"/>
          </p:cNvCxnSpPr>
          <p:nvPr/>
        </p:nvCxnSpPr>
        <p:spPr>
          <a:xfrm>
            <a:off x="7155640" y="2420825"/>
            <a:ext cx="177971" cy="981321"/>
          </a:xfrm>
          <a:prstGeom prst="bentConnector2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77" name="连接符: 肘形 76">
            <a:extLst>
              <a:ext uri="{FF2B5EF4-FFF2-40B4-BE49-F238E27FC236}">
                <a16:creationId xmlns:a16="http://schemas.microsoft.com/office/drawing/2014/main" id="{E5DA0520-6B50-C895-4D09-C968D15D9C86}"/>
              </a:ext>
            </a:extLst>
          </p:cNvPr>
          <p:cNvCxnSpPr>
            <a:stCxn id="29" idx="3"/>
          </p:cNvCxnSpPr>
          <p:nvPr/>
        </p:nvCxnSpPr>
        <p:spPr>
          <a:xfrm flipV="1">
            <a:off x="7155640" y="3402146"/>
            <a:ext cx="177971" cy="956246"/>
          </a:xfrm>
          <a:prstGeom prst="bentConnector2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78" name="矩形: 圆角 77">
            <a:extLst>
              <a:ext uri="{FF2B5EF4-FFF2-40B4-BE49-F238E27FC236}">
                <a16:creationId xmlns:a16="http://schemas.microsoft.com/office/drawing/2014/main" id="{B291CEA0-1F09-8BC2-972A-174DC88DE476}"/>
              </a:ext>
            </a:extLst>
          </p:cNvPr>
          <p:cNvSpPr/>
          <p:nvPr/>
        </p:nvSpPr>
        <p:spPr>
          <a:xfrm>
            <a:off x="9200256" y="1658721"/>
            <a:ext cx="988040" cy="736433"/>
          </a:xfrm>
          <a:prstGeom prst="roundRect">
            <a:avLst/>
          </a:prstGeom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dirty="0"/>
              <a:t>Known</a:t>
            </a:r>
            <a:endParaRPr lang="zh-CN" altLang="en-US" dirty="0"/>
          </a:p>
        </p:txBody>
      </p:sp>
      <p:sp>
        <p:nvSpPr>
          <p:cNvPr id="86" name="矩形: 圆角 85">
            <a:extLst>
              <a:ext uri="{FF2B5EF4-FFF2-40B4-BE49-F238E27FC236}">
                <a16:creationId xmlns:a16="http://schemas.microsoft.com/office/drawing/2014/main" id="{6ACA7E64-4928-AF86-4A17-F1D9527C231B}"/>
              </a:ext>
            </a:extLst>
          </p:cNvPr>
          <p:cNvSpPr/>
          <p:nvPr/>
        </p:nvSpPr>
        <p:spPr>
          <a:xfrm>
            <a:off x="9200256" y="3427878"/>
            <a:ext cx="1262162" cy="736433"/>
          </a:xfrm>
          <a:prstGeom prst="roundRect">
            <a:avLst/>
          </a:prstGeom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dirty="0"/>
              <a:t>Unknown</a:t>
            </a:r>
          </a:p>
        </p:txBody>
      </p:sp>
      <p:cxnSp>
        <p:nvCxnSpPr>
          <p:cNvPr id="90" name="直接箭头连接符 89">
            <a:extLst>
              <a:ext uri="{FF2B5EF4-FFF2-40B4-BE49-F238E27FC236}">
                <a16:creationId xmlns:a16="http://schemas.microsoft.com/office/drawing/2014/main" id="{CEC624D6-6A9A-E6FA-1398-9277ECF63B4D}"/>
              </a:ext>
            </a:extLst>
          </p:cNvPr>
          <p:cNvCxnSpPr>
            <a:cxnSpLocks/>
          </p:cNvCxnSpPr>
          <p:nvPr/>
        </p:nvCxnSpPr>
        <p:spPr>
          <a:xfrm flipV="1">
            <a:off x="8941482" y="3796095"/>
            <a:ext cx="258774" cy="112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5" name="直接箭头连接符 4">
            <a:extLst>
              <a:ext uri="{FF2B5EF4-FFF2-40B4-BE49-F238E27FC236}">
                <a16:creationId xmlns:a16="http://schemas.microsoft.com/office/drawing/2014/main" id="{6CEC7DC5-0536-CA17-E870-7BA608C4783A}"/>
              </a:ext>
            </a:extLst>
          </p:cNvPr>
          <p:cNvCxnSpPr>
            <a:cxnSpLocks/>
          </p:cNvCxnSpPr>
          <p:nvPr/>
        </p:nvCxnSpPr>
        <p:spPr>
          <a:xfrm flipV="1">
            <a:off x="8941482" y="2026938"/>
            <a:ext cx="258774" cy="112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17333184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 descr="图示&#10;&#10;AI 生成的内容可能不正确。">
            <a:extLst>
              <a:ext uri="{FF2B5EF4-FFF2-40B4-BE49-F238E27FC236}">
                <a16:creationId xmlns:a16="http://schemas.microsoft.com/office/drawing/2014/main" id="{1EAA9850-443B-9E95-CE05-E6FFA17301E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85975" y="1096436"/>
            <a:ext cx="9194800" cy="3963051"/>
          </a:xfrm>
          <a:prstGeom prst="rect">
            <a:avLst/>
          </a:prstGeom>
        </p:spPr>
      </p:pic>
      <p:sp>
        <p:nvSpPr>
          <p:cNvPr id="4" name="右大括号 3">
            <a:extLst>
              <a:ext uri="{FF2B5EF4-FFF2-40B4-BE49-F238E27FC236}">
                <a16:creationId xmlns:a16="http://schemas.microsoft.com/office/drawing/2014/main" id="{73D77947-3354-B083-10F2-A1A67B2C47C6}"/>
              </a:ext>
            </a:extLst>
          </p:cNvPr>
          <p:cNvSpPr/>
          <p:nvPr/>
        </p:nvSpPr>
        <p:spPr>
          <a:xfrm flipH="1">
            <a:off x="1993900" y="2330450"/>
            <a:ext cx="184150" cy="2197100"/>
          </a:xfrm>
          <a:prstGeom prst="rightBrac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40C2B086-A7A9-CF1B-06B7-512619CBFE35}"/>
              </a:ext>
            </a:extLst>
          </p:cNvPr>
          <p:cNvSpPr txBox="1"/>
          <p:nvPr/>
        </p:nvSpPr>
        <p:spPr>
          <a:xfrm>
            <a:off x="234950" y="3244334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buNone/>
            </a:pPr>
            <a:r>
              <a:rPr lang="en-US" altLang="zh-CN" b="0" i="0" dirty="0">
                <a:solidFill>
                  <a:srgbClr val="00B0F0"/>
                </a:solidFill>
                <a:effectLst/>
                <a:latin typeface="Monaspace Neon"/>
              </a:rPr>
              <a:t>Feature Extractor</a:t>
            </a: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C95B47C7-E231-B063-0F28-27DDB2C66E92}"/>
              </a:ext>
            </a:extLst>
          </p:cNvPr>
          <p:cNvSpPr txBox="1"/>
          <p:nvPr/>
        </p:nvSpPr>
        <p:spPr>
          <a:xfrm>
            <a:off x="6051550" y="5147096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buNone/>
            </a:pPr>
            <a:r>
              <a:rPr lang="en-US" altLang="zh-CN" dirty="0">
                <a:solidFill>
                  <a:srgbClr val="00B0F0"/>
                </a:solidFill>
                <a:latin typeface="Monaspace Neon"/>
              </a:rPr>
              <a:t>Label Classifier</a:t>
            </a:r>
          </a:p>
        </p:txBody>
      </p:sp>
      <p:sp>
        <p:nvSpPr>
          <p:cNvPr id="9" name="右大括号 8">
            <a:extLst>
              <a:ext uri="{FF2B5EF4-FFF2-40B4-BE49-F238E27FC236}">
                <a16:creationId xmlns:a16="http://schemas.microsoft.com/office/drawing/2014/main" id="{01562E26-3F45-82C2-300B-F76BFFA166C3}"/>
              </a:ext>
            </a:extLst>
          </p:cNvPr>
          <p:cNvSpPr/>
          <p:nvPr/>
        </p:nvSpPr>
        <p:spPr>
          <a:xfrm rot="5400000">
            <a:off x="6648448" y="2062282"/>
            <a:ext cx="228603" cy="5765805"/>
          </a:xfrm>
          <a:prstGeom prst="rightBrac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10" name="右大括号 9">
            <a:extLst>
              <a:ext uri="{FF2B5EF4-FFF2-40B4-BE49-F238E27FC236}">
                <a16:creationId xmlns:a16="http://schemas.microsoft.com/office/drawing/2014/main" id="{6A4D3CA0-B461-9B86-6520-BB404EBB00BA}"/>
              </a:ext>
            </a:extLst>
          </p:cNvPr>
          <p:cNvSpPr/>
          <p:nvPr/>
        </p:nvSpPr>
        <p:spPr>
          <a:xfrm rot="5400000">
            <a:off x="6730998" y="1409569"/>
            <a:ext cx="228603" cy="4267201"/>
          </a:xfrm>
          <a:prstGeom prst="rightBrac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A5135F6C-6DE5-2A30-0A5A-75D7AA7C9C15}"/>
              </a:ext>
            </a:extLst>
          </p:cNvPr>
          <p:cNvSpPr txBox="1"/>
          <p:nvPr/>
        </p:nvSpPr>
        <p:spPr>
          <a:xfrm>
            <a:off x="5708650" y="3683387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dirty="0">
                <a:solidFill>
                  <a:srgbClr val="00B0F0"/>
                </a:solidFill>
                <a:latin typeface="Monaspace Neon"/>
              </a:rPr>
              <a:t>Domain Discriminator</a:t>
            </a:r>
          </a:p>
        </p:txBody>
      </p:sp>
    </p:spTree>
    <p:extLst>
      <p:ext uri="{BB962C8B-B14F-4D97-AF65-F5344CB8AC3E}">
        <p14:creationId xmlns:p14="http://schemas.microsoft.com/office/powerpoint/2010/main" val="2168731812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CH-D3A9A7738DA224D85C62F6B0503D277B10F067EBAA53008350E09E753CEF45B4" val="[{&quot;GradientColorId&quot;:&quot;&quot;,&quot;IsFree&quot;:true,&quot;IsGradient&quot;:false,&quot;ImagePath&quot;:&quot;&quot;,&quot;GradientColor&quot;:null,&quot;SimpleColor&quot;:&quot;#262626&quot;},{&quot;GradientColorId&quot;:&quot;&quot;,&quot;IsFree&quot;:true,&quot;IsGradient&quot;:false,&quot;ImagePath&quot;:&quot;&quot;,&quot;GradientColor&quot;:null,&quot;SimpleColor&quot;:&quot;#000000&quot;}]"/>
</p:tagLst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220</TotalTime>
  <Words>24</Words>
  <Application>Microsoft Office PowerPoint</Application>
  <PresentationFormat>宽屏</PresentationFormat>
  <Paragraphs>15</Paragraphs>
  <Slides>2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4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</vt:i4>
      </vt:variant>
    </vt:vector>
  </HeadingPairs>
  <TitlesOfParts>
    <vt:vector size="7" baseType="lpstr">
      <vt:lpstr>Monaspace Neon</vt:lpstr>
      <vt:lpstr>等线</vt:lpstr>
      <vt:lpstr>等线 Light</vt:lpstr>
      <vt:lpstr>Arial</vt:lpstr>
      <vt:lpstr>Office 主题​​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文韬 李</dc:creator>
  <cp:lastModifiedBy>文韬 李</cp:lastModifiedBy>
  <cp:revision>5</cp:revision>
  <dcterms:created xsi:type="dcterms:W3CDTF">2026-01-08T10:29:35Z</dcterms:created>
  <dcterms:modified xsi:type="dcterms:W3CDTF">2026-01-12T10:54:33Z</dcterms:modified>
</cp:coreProperties>
</file>